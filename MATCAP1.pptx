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Jas Cha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Merriweather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08-16T04:41:45.661">
    <p:pos x="6000" y="0"/>
    <p:text>seems to show as tsp increases, less matcap? unless i'm reading these graphs wrong</p:text>
  </p:cm>
  <p:cm authorId="0" idx="2" dt="2023-08-18T14:11:22.667">
    <p:pos x="6000" y="100"/>
    <p:text>could use as point of controversy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6dd3f483b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6dd3f483b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dd3f483b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dd3f483b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dd3f483b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6dd3f483b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6dd3f483b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6dd3f483b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59a09836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59a09836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e59a0983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e59a0983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dd3f483b3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dd3f483b3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7e65821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67e65821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6dd3f483b3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6dd3f483b3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6dd3f483b3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6dd3f483b3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dd3f483b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6dd3f483b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6dd3f483b3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6dd3f483b3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756d6174e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756d6174e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dd3f483b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dd3f483b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Relationship Id="rId4" Type="http://schemas.openxmlformats.org/officeDocument/2006/relationships/image" Target="../media/image8.png"/><Relationship Id="rId5" Type="http://schemas.openxmlformats.org/officeDocument/2006/relationships/hyperlink" Target="https://www.sciencedirect.com/science/article/abs/pii/S0014299923004612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ink.springer.com/article/10.1007/s00018-005-5330-x" TargetMode="External"/><Relationship Id="rId4" Type="http://schemas.openxmlformats.org/officeDocument/2006/relationships/hyperlink" Target="https://www.sciencedirect.com/science/article/pii/S0171933520300145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ncbi.nlm.nih.gov/" TargetMode="External"/><Relationship Id="rId4" Type="http://schemas.openxmlformats.org/officeDocument/2006/relationships/hyperlink" Target="https://www.proteinatlas.org/" TargetMode="External"/><Relationship Id="rId5" Type="http://schemas.openxmlformats.org/officeDocument/2006/relationships/hyperlink" Target="https://string-db.org/cgi/input?sessionId=bwEGgF6y3rKg&amp;input_page_show_search=on" TargetMode="External"/><Relationship Id="rId6" Type="http://schemas.openxmlformats.org/officeDocument/2006/relationships/hyperlink" Target="https://scholar.google.com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MATCAP1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Jas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MATCAP1 (KIAA0895L), or </a:t>
            </a:r>
            <a:r>
              <a:rPr lang="en"/>
              <a:t>microtubule associated tyrosine carboxypeptidase 1,</a:t>
            </a:r>
            <a:r>
              <a:rPr lang="en"/>
              <a:t> is a gene that codes the protein by the same name, which controls microtubule dynamics and their functions. It may be able to be utilized to suppress the proliferation of cancer cells.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NCBI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GEO Profiles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Human Protein Atlas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STRING</a:t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475" y="3361300"/>
            <a:ext cx="3118800" cy="1616400"/>
          </a:xfrm>
          <a:prstGeom prst="roundRect">
            <a:avLst>
              <a:gd fmla="val 4913" name="adj"/>
            </a:avLst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5563875" y="2992000"/>
            <a:ext cx="23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olon, human cells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629850" y="5224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</a:t>
            </a:r>
            <a:r>
              <a:rPr lang="en"/>
              <a:t>icrotubule associated tyrosine carboxypeptidase 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Known more frequently as KIAA0895L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Codes protein by same name (KIAA0895L)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Chromosome 16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regulates microtubule dynamics and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Connected to many genes related to cytoskeleton formation and organization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268" r="31060" t="1652"/>
          <a:stretch/>
        </p:blipFill>
        <p:spPr>
          <a:xfrm>
            <a:off x="51900" y="1311975"/>
            <a:ext cx="4217100" cy="1206600"/>
          </a:xfrm>
          <a:prstGeom prst="roundRect">
            <a:avLst>
              <a:gd fmla="val 3277" name="adj"/>
            </a:avLst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 rotWithShape="1">
          <a:blip r:embed="rId4">
            <a:alphaModFix/>
          </a:blip>
          <a:srcRect b="0" l="5092" r="3808" t="0"/>
          <a:stretch/>
        </p:blipFill>
        <p:spPr>
          <a:xfrm>
            <a:off x="6438925" y="2571750"/>
            <a:ext cx="2588550" cy="24027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4629850" y="3009825"/>
            <a:ext cx="1492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.g: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TUBA1B: formation of cytoskeleton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EXOC3L1: cytoskeleton organization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25" y="814388"/>
            <a:ext cx="7981950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303000" y="266800"/>
            <a:ext cx="42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erriweather"/>
                <a:ea typeface="Merriweather"/>
                <a:cs typeface="Merriweather"/>
                <a:sym typeface="Merriweather"/>
              </a:rPr>
              <a:t>Pancreatic Cancer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Hypothesis #1:</a:t>
            </a:r>
            <a:endParaRPr sz="5000"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2121425"/>
            <a:ext cx="8307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MATCAP1 works to suppress pancreatic cancer cells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/>
        </p:nvSpPr>
        <p:spPr>
          <a:xfrm>
            <a:off x="5032325" y="2034150"/>
            <a:ext cx="34983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igher expression of MATCAP when imatinib mesylate present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imatinib mesylate treats leukemia (cancer in blood cells)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76" y="677700"/>
            <a:ext cx="4229100" cy="3788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5195375" y="2034150"/>
            <a:ext cx="33351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ulmonary sarcoidosis</a:t>
            </a: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small lumps of inflammatory cells in the lungs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lower expression of MATCAP1 when sarcoidosis is present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400" y="526225"/>
            <a:ext cx="2799650" cy="40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Hypothesis #2:</a:t>
            </a:r>
            <a:endParaRPr sz="5000"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2121425"/>
            <a:ext cx="8307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MATCAP1 is a tumor suppressor gene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100" y="619125"/>
            <a:ext cx="4229100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5296875" y="1804050"/>
            <a:ext cx="33459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p53:</a:t>
            </a:r>
            <a:r>
              <a:rPr lang="en" sz="1300">
                <a:solidFill>
                  <a:schemeClr val="dk1"/>
                </a:solidFill>
              </a:rPr>
              <a:t> encoded by tp53, tp53 is tsg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" sz="1300">
                <a:solidFill>
                  <a:schemeClr val="dk1"/>
                </a:solidFill>
              </a:rPr>
              <a:t>As mutant, lose tumor </a:t>
            </a:r>
            <a:r>
              <a:rPr lang="en" sz="1300">
                <a:solidFill>
                  <a:schemeClr val="dk1"/>
                </a:solidFill>
              </a:rPr>
              <a:t>suppressor</a:t>
            </a:r>
            <a:r>
              <a:rPr lang="en" sz="1300">
                <a:solidFill>
                  <a:schemeClr val="dk1"/>
                </a:solidFill>
              </a:rPr>
              <a:t> properties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d</a:t>
            </a:r>
            <a:r>
              <a:rPr b="1" lang="en" sz="1300">
                <a:solidFill>
                  <a:schemeClr val="dk1"/>
                </a:solidFill>
              </a:rPr>
              <a:t>oxycycline: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lang="en" sz="1300">
                <a:solidFill>
                  <a:schemeClr val="dk1"/>
                </a:solidFill>
              </a:rPr>
              <a:t>anticancer properties, able to control cancer progression through different mechanisms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4541400" y="4835700"/>
            <a:ext cx="460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5"/>
              </a:rPr>
              <a:t>https://www.sciencedirect.com/science/article/abs/pii/S0014299923004612</a:t>
            </a:r>
            <a:endParaRPr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Microtubules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Alters microtubule functions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</a:t>
            </a:r>
            <a:r>
              <a:rPr lang="en"/>
              <a:t>itosis, cell migration, cell signaling and trafficking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If hijacked by cancer cells, would allow for proliferation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MTAs already cancer therapy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Control MATCAP1 to change function of microtubules to stop cancer</a:t>
            </a:r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4875000" y="4712400"/>
            <a:ext cx="426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https://link.springer.com/article/10.1007/s00018-005-5330-x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https://www.sciencedirect.com/science/article/pii/S0171933520300145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Hypothesis #3:</a:t>
            </a:r>
            <a:endParaRPr sz="5000"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2121425"/>
            <a:ext cx="8307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MATCAP1 alters microtubule functions to prevent cancer proliferation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Knockout mouse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With doxycycline and without: what happens to MATCAP1 expression levels?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See if MATCAP1 can be altered to suppress cancer (microtubules)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Not only MTAs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https://www.ncbi.nlm.nih.gov/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https://www.proteinatlas.org/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https://string-db.org/cgi/input?sessionId=bwEGgF6y3rKg&amp;input_page_show_search=on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https://scholar.google.com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Thank You!</a:t>
            </a:r>
            <a:endParaRPr sz="6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25" y="976313"/>
            <a:ext cx="790575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